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4F398-AC0D-F6B3-4FE0-501F75174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6088FD-5716-957A-16FA-26A98AC88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1909A6-433D-11E7-41F3-1F822C12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4435D8-0535-2721-9385-27219BDC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9FBF15-C8D9-E60B-CB4E-C705CEA1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43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9D8F1-5997-1B6F-6D3C-FD2F2171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63A48A-9972-5271-06EE-535F10453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EFA73E-071F-C33C-AF07-BCCA329D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239656-95FE-ECD3-4AC8-CDBC02C3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7F508A-72D4-F553-D18F-1EA05AEA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27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7F52E3-80ED-5640-9246-8481B2CF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55EAAB-8FBB-8D3E-835D-44106D4F8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68784A-BAEC-660C-A46D-9B1F1E05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9AE940-B842-33E6-E3A3-D87D283F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7DD972-6602-D5B2-7F95-B1A3F72C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43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2BA36-55F0-404F-7678-6BC0A699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AEDCD9-6BAF-BD5E-15E3-F5FF4FFB4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A79A4B-C486-100A-3B6E-5A767FC23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BDDF52-241C-6313-4542-44764429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62BF8F-60B3-D3F7-7FC6-245D9313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6B2171-6266-2581-7445-E41B1229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781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42420B-D909-AE63-473E-7E36D297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F9380F-79E0-C06E-FF0E-210D79E8E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88B48B-9152-340D-0F55-D7830C727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C4F16E-2F85-6CD9-B6C3-5EAC6EBEB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DD6C12E-DF65-C2F2-56AB-B6539D0EC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E75380-CBDB-7BE6-6B42-82C5E468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EA88AE9-2740-F610-A427-D086BD7A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66E3CB7-273B-4674-6FA4-AFB1F0AD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59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F6B7C2-32CE-95C1-DF93-C1CE8CBE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6BD1945-D9C6-3525-DB97-DEC1FC8F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5791FC8-9DC5-B71F-7F9E-CF5E7CED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1186A6-B220-0D9B-F217-C61E560B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6559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3E1D548-4285-E86B-869E-D53BC7E0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A29D53-EDFA-1786-1A19-9039E1BB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5E95A-8ACD-4C66-9C1B-87221CDE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619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ABAA3C-23DC-DF8C-EFEB-FBC20C2F5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CB5EA0-9EF0-9344-1AFE-250EB6CC2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014B59-C2AC-588E-F536-8A8E8FDC1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B96E82-B5D7-D05D-20F5-C2929A67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B3EFFC-26E3-13E3-3FBB-B256BDC7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40E410-584A-FE68-84C1-2331A2C3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21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702126-6CD6-5006-D2EC-9A00BFAD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A3975F2-2531-B8FB-313A-775CE8B5D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ED26C3-AE96-A1B5-2905-A828A72C6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9E4696-B5DC-4B01-1673-AE621CC5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4E7A39-127E-1640-0CF1-EE5E6567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F87771-694E-E14A-E470-15711F1C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20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2128F-D720-5574-4F56-89ED4C93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EE80CC-1FAA-F7DD-0CB2-9CB699F0E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92146A-1D25-74D9-E3C5-BC946D60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606235-7105-E060-5687-D37D43115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9E44A-6B78-32F4-3DD9-978BF2E7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769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BD71209-9D94-704C-CFFD-4CAA71448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4398B0-8C05-EC51-8FBC-9328C6B04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2EE734-7FE9-D469-6321-5425C31A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ACD46-1601-CDB2-BED9-08D48BB1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6A4344-7677-5002-2DED-55615C5C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66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81E6530-0FCE-E124-126F-3CF23B17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DE8B50-C062-D95D-86E8-9E2207612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0FC2E4-5A06-EBE6-02C1-F46C82DBA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C18D2-7BD6-4FAE-9A50-CAE6AD9F9A30}" type="datetimeFigureOut">
              <a:rPr lang="zh-TW" altLang="en-US" smtClean="0"/>
              <a:t>2025/8/13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6024FA-7E90-2424-EC61-7EA3EA98C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04D031-FAC0-84C7-0338-8CECA2647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3731D-07D1-4C7F-941B-6FD3155F9C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63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129280-DBA5-C4E4-C2DD-D7598314A1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5C327D-F312-1FD6-9C50-86A300F33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B262D1-E43C-1809-F307-5BD97E742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63" y="715992"/>
            <a:ext cx="6418142" cy="54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0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34E43B-2DF0-7974-AFB4-4AEBC6C0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6C5B3D-69A3-F570-D27C-3338B4BF2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19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邱弈瑞 JiruLjuqepu</dc:creator>
  <cp:lastModifiedBy>邱弈瑞 JiruLjuqepu</cp:lastModifiedBy>
  <cp:revision>1</cp:revision>
  <dcterms:created xsi:type="dcterms:W3CDTF">2025-08-13T14:35:33Z</dcterms:created>
  <dcterms:modified xsi:type="dcterms:W3CDTF">2025-08-14T06:38:22Z</dcterms:modified>
</cp:coreProperties>
</file>